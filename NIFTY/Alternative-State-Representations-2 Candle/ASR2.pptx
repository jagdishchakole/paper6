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5699-0A82-180D-07CB-CE0BC4EA3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2F6A3-48B3-5713-0124-7FFC035A5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B85BC-CEF1-7632-C39C-4611C9CD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C227-E820-1CAD-CFF2-9EBE4005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C588-A178-037F-93D8-68B54088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31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9763-8B31-5F0E-2616-0FE0C6DE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6849-F83E-A102-ADD4-F01DEFBB9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B26CA-B2DC-F5D8-B91F-8283EB3A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CE39E-71F1-1D92-2E2B-598EF864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D403E-C525-46F7-4508-2802094A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5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6E14-30D8-94CD-E15B-1993336E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FA7E1-72A2-A5DF-7DF4-F317BC1B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335D-98B1-A216-B479-D7E5856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94C3-3EDB-13B2-DE1A-6449AF1E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C66A-BFFC-A786-531A-7A3AB611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78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3D9A-9BB0-2957-FB13-516E63D2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6BBD-544E-375E-B433-BEBD95FE4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B5DEE-9F9B-D211-AC04-C61278E0B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D56EA-208E-20F5-33C3-3F8141E3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40455-1677-0314-6131-57026627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863B0-38FA-AD9F-4048-8F241DB3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9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95C2-F291-AD94-4F3E-0F494F68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AF2DD-EE25-FEB5-4BBD-F35592902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11A03-0E8E-C310-D9FC-EF1F47A7B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26C6A-04F4-1726-1EDE-10B86ADAF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1C84B-A94C-B04F-988A-244375A8E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3E671-995D-EEA6-2A0C-19B492CD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1EAAF-EF48-67A6-8543-0626F347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CC374-A63B-A9BC-56C7-EEF33964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6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6C54-8086-17E5-B27F-D415CD88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7E5C-8EBE-F4D9-C8CC-73A58F73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A81DD-1829-F2A5-AB63-F6A0E09C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511D3-72D8-90F6-0BFB-EF453DE1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FB39A5-A873-88FB-F0A3-0236670E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122A5-A479-159D-4215-D1C7A941A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64C2-BF2A-2A36-F1D7-14A98668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9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9B5F-50C8-8FA7-E65C-BD81D7B2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0143E-53E6-F373-C2FE-BB47532DF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FF33-1B21-43B8-C227-8022A4F47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E272D-93A3-EF2D-BAE1-97824113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FF8A-5A8B-C169-1516-77B6677F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3077F-103A-895D-A1D9-B1059128E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84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C7BF-D612-C584-8AFF-B8D38CD3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66F1-9B01-8D4A-AB3B-80EFEC590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A57B8-C042-8825-015C-E0EAD605F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61C78-5450-4897-4393-15DC17FA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C955-D582-44EB-9D85-2D639CDA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F2B73-62E9-BDBD-2F5D-34286FAE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4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AD2B-95A9-7BB1-3A1C-A29C2F3C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E9AD7-FD4D-EFB6-0F58-D5EF6FEA8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E3D8-055E-632A-9E72-90E12F41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1DDBC-FAC1-5D1C-6E02-613DD29A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6353-02AB-30DC-B5E0-9D479E17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9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A9292-2488-F7EC-B896-208924792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A197-0CC8-9758-6F4D-EA68C5A66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07A69-29D3-B7E7-1D84-76F6E6D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5EBC-9359-A3D1-E219-5B1C2622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7BFA-9B20-B9DF-A175-7910EE7A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4306D-6115-EF94-905A-268DDD74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396FE-9091-A09D-5E23-73D361FA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95E48-9909-B0C2-4E4F-AFF59471E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122A-52DD-4F41-B22D-83DA435317D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2DE2-9EBB-31B3-832F-804558621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98FC4-C7A1-A441-93BF-4AAAAFFE8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DD6D0-731C-4D2D-874B-9220A89128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6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23C9DA-8D35-9BB8-6E97-FACC667B533F}"/>
              </a:ext>
            </a:extLst>
          </p:cNvPr>
          <p:cNvSpPr/>
          <p:nvPr/>
        </p:nvSpPr>
        <p:spPr>
          <a:xfrm>
            <a:off x="10155942" y="2146570"/>
            <a:ext cx="1529868" cy="1225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Historical and Live stock market data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EDC251A-ECBC-B658-609E-481E965CAA51}"/>
              </a:ext>
            </a:extLst>
          </p:cNvPr>
          <p:cNvSpPr/>
          <p:nvPr/>
        </p:nvSpPr>
        <p:spPr>
          <a:xfrm rot="10800000">
            <a:off x="9156153" y="2564515"/>
            <a:ext cx="999789" cy="2725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EC910F-4D78-0D27-B578-476841050AE3}"/>
              </a:ext>
            </a:extLst>
          </p:cNvPr>
          <p:cNvSpPr/>
          <p:nvPr/>
        </p:nvSpPr>
        <p:spPr>
          <a:xfrm rot="5400000">
            <a:off x="4838455" y="2588925"/>
            <a:ext cx="1740422" cy="774667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BD60BF62-C962-76F5-A54C-E6CA2041A9D9}"/>
              </a:ext>
            </a:extLst>
          </p:cNvPr>
          <p:cNvSpPr/>
          <p:nvPr/>
        </p:nvSpPr>
        <p:spPr>
          <a:xfrm>
            <a:off x="5560412" y="2226814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E9EE8F9-53A3-A2A1-E62C-735BCBA95278}"/>
              </a:ext>
            </a:extLst>
          </p:cNvPr>
          <p:cNvSpPr/>
          <p:nvPr/>
        </p:nvSpPr>
        <p:spPr>
          <a:xfrm>
            <a:off x="5699983" y="3086304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9561437-C378-4F56-BE9B-F6979709ADAD}"/>
              </a:ext>
            </a:extLst>
          </p:cNvPr>
          <p:cNvSpPr/>
          <p:nvPr/>
        </p:nvSpPr>
        <p:spPr>
          <a:xfrm rot="10800000">
            <a:off x="6122415" y="2733868"/>
            <a:ext cx="1503870" cy="2423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ED9A9-6C64-31C5-D8BA-2230F4A55F30}"/>
              </a:ext>
            </a:extLst>
          </p:cNvPr>
          <p:cNvSpPr txBox="1"/>
          <p:nvPr/>
        </p:nvSpPr>
        <p:spPr>
          <a:xfrm>
            <a:off x="6442238" y="2070737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36B351-FEB5-293C-2C49-3E699252E98A}"/>
              </a:ext>
            </a:extLst>
          </p:cNvPr>
          <p:cNvSpPr txBox="1"/>
          <p:nvPr/>
        </p:nvSpPr>
        <p:spPr>
          <a:xfrm>
            <a:off x="6422594" y="2379849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9E4980-6941-EF27-482E-AAB18E61ECE8}"/>
              </a:ext>
            </a:extLst>
          </p:cNvPr>
          <p:cNvSpPr txBox="1"/>
          <p:nvPr/>
        </p:nvSpPr>
        <p:spPr>
          <a:xfrm>
            <a:off x="6398601" y="3034874"/>
            <a:ext cx="10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DFEF812-B71D-5B8F-1CB6-E65D0D94F57C}"/>
              </a:ext>
            </a:extLst>
          </p:cNvPr>
          <p:cNvSpPr/>
          <p:nvPr/>
        </p:nvSpPr>
        <p:spPr>
          <a:xfrm>
            <a:off x="381000" y="1677971"/>
            <a:ext cx="11543907" cy="2262433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DFD13E2E-6869-A232-2E9C-0765CFD1D173}"/>
              </a:ext>
            </a:extLst>
          </p:cNvPr>
          <p:cNvSpPr/>
          <p:nvPr/>
        </p:nvSpPr>
        <p:spPr>
          <a:xfrm>
            <a:off x="2366039" y="2403065"/>
            <a:ext cx="1906835" cy="667349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State of the Environment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866AAC7-E937-031A-DA9C-90599C3E20F2}"/>
              </a:ext>
            </a:extLst>
          </p:cNvPr>
          <p:cNvSpPr/>
          <p:nvPr/>
        </p:nvSpPr>
        <p:spPr>
          <a:xfrm rot="10800000">
            <a:off x="4222302" y="2564515"/>
            <a:ext cx="1084989" cy="425102"/>
          </a:xfrm>
          <a:prstGeom prst="rightArrow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5D2571E2-68D8-BC21-8074-49921FFF11BF}"/>
              </a:ext>
            </a:extLst>
          </p:cNvPr>
          <p:cNvSpPr/>
          <p:nvPr/>
        </p:nvSpPr>
        <p:spPr>
          <a:xfrm>
            <a:off x="5560412" y="2699682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FD4760FA-E8BB-4320-3A54-CF8F02456469}"/>
              </a:ext>
            </a:extLst>
          </p:cNvPr>
          <p:cNvSpPr/>
          <p:nvPr/>
        </p:nvSpPr>
        <p:spPr>
          <a:xfrm>
            <a:off x="5676170" y="3240439"/>
            <a:ext cx="47626" cy="5744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5B3B1F75-93F4-9B21-7721-08FD552A3D36}"/>
              </a:ext>
            </a:extLst>
          </p:cNvPr>
          <p:cNvSpPr/>
          <p:nvPr/>
        </p:nvSpPr>
        <p:spPr>
          <a:xfrm>
            <a:off x="5552459" y="3378459"/>
            <a:ext cx="296507" cy="28993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9FB6A6-E9B3-71EC-2361-415B32FF7B35}"/>
              </a:ext>
            </a:extLst>
          </p:cNvPr>
          <p:cNvSpPr txBox="1"/>
          <p:nvPr/>
        </p:nvSpPr>
        <p:spPr>
          <a:xfrm>
            <a:off x="652261" y="3429000"/>
            <a:ext cx="2071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RL Environment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DFBDF18-E868-2EB0-347D-E81AB29AF1F1}"/>
              </a:ext>
            </a:extLst>
          </p:cNvPr>
          <p:cNvSpPr/>
          <p:nvPr/>
        </p:nvSpPr>
        <p:spPr>
          <a:xfrm rot="5400000">
            <a:off x="2610366" y="3458210"/>
            <a:ext cx="1249599" cy="4689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ADB7A3-F087-4E71-A2B1-C96C168BD4F5}"/>
              </a:ext>
            </a:extLst>
          </p:cNvPr>
          <p:cNvSpPr/>
          <p:nvPr/>
        </p:nvSpPr>
        <p:spPr>
          <a:xfrm>
            <a:off x="7626285" y="2106047"/>
            <a:ext cx="1529868" cy="13893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Extracted Candlestick</a:t>
            </a:r>
          </a:p>
          <a:p>
            <a:pPr algn="ctr"/>
            <a:r>
              <a:rPr lang="en-IN">
                <a:solidFill>
                  <a:schemeClr val="tx1"/>
                </a:solidFill>
              </a:rPr>
              <a:t>Features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0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Chakole</dc:creator>
  <cp:lastModifiedBy>Jagdish Chakole</cp:lastModifiedBy>
  <cp:revision>14</cp:revision>
  <dcterms:created xsi:type="dcterms:W3CDTF">2024-08-27T08:36:23Z</dcterms:created>
  <dcterms:modified xsi:type="dcterms:W3CDTF">2025-02-28T06:53:09Z</dcterms:modified>
</cp:coreProperties>
</file>